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+ ATS Resume Builder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entry, ten portfolio designs, and a scored, coached, ATS-safe resume — running entirely in the browser.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 ·   React + Vite   ·   Runs locally via VS Code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561320" y="640080"/>
            <a:ext cx="201168" cy="201168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7" name="Text 5"/>
          <p:cNvSpPr/>
          <p:nvPr/>
        </p:nvSpPr>
        <p:spPr>
          <a:xfrm>
            <a:off x="10561320" y="640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835640" y="640080"/>
            <a:ext cx="201168" cy="201168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9" name="Text 7"/>
          <p:cNvSpPr/>
          <p:nvPr/>
        </p:nvSpPr>
        <p:spPr>
          <a:xfrm>
            <a:off x="10835640" y="640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109960" y="64008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109960" y="6400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420624" cy="420624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54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71016" y="1508760"/>
            <a:ext cx="4535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71016" y="1810512"/>
            <a:ext cx="45354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gap this project closes, and what it set out to do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420624" cy="420624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1554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0296" y="1508760"/>
            <a:ext cx="4535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0296" y="1810512"/>
            <a:ext cx="45354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data model, two independent generators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971800"/>
            <a:ext cx="420624" cy="420624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71016" y="2926080"/>
            <a:ext cx="4535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71016" y="3227832"/>
            <a:ext cx="45354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browser-only app is structured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2971800"/>
            <a:ext cx="420624" cy="420624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0296" y="2926080"/>
            <a:ext cx="4535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0296" y="3227832"/>
            <a:ext cx="45354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entry, 10 portfolio designs, ATS resume builder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389120"/>
            <a:ext cx="420624" cy="420624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89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71016" y="4343400"/>
            <a:ext cx="4535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71016" y="4645152"/>
            <a:ext cx="45354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verified, and a real before/after example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4389120"/>
            <a:ext cx="420624" cy="420624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389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0296" y="4343400"/>
            <a:ext cx="4535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Future Scope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40296" y="4645152"/>
            <a:ext cx="45354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well today, and what's next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931920" cy="4206240"/>
          </a:xfrm>
          <a:prstGeom prst="roundRect">
            <a:avLst>
              <a:gd name="adj" fmla="val 2791"/>
            </a:avLst>
          </a:prstGeom>
          <a:solidFill>
            <a:srgbClr val="2F5D5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05840" y="35204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different deliverables expected of every job seeker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6459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website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20116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design sense, front-end skill, and hosting — usually outside a candidate's day-to-day skill set.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0" y="27432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resume that survives an ATS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310896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avoid tables, columns, and graphics that parsers misread — knowledge most candidates never get taught.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0" y="38404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solve at most one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420624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builders need hosting and accounts; resume builders often upload personal data to a server and gate ATS formatting behind a paywall.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27048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7EFE9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" y="1819656"/>
            <a:ext cx="402336" cy="402336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819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112" y="23500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77063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every detail once: personal info, links, skills, experience, education, projects, certifications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527048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E7D6"/>
          </a:solidFill>
          <a:ln/>
        </p:spPr>
      </p:sp>
      <p:sp>
        <p:nvSpPr>
          <p:cNvPr id="9" name="Shape 7"/>
          <p:cNvSpPr/>
          <p:nvPr/>
        </p:nvSpPr>
        <p:spPr>
          <a:xfrm>
            <a:off x="4690872" y="1819656"/>
            <a:ext cx="402336" cy="402336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10" name="Text 8"/>
          <p:cNvSpPr/>
          <p:nvPr/>
        </p:nvSpPr>
        <p:spPr>
          <a:xfrm>
            <a:off x="4690872" y="1819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90872" y="23500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designs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0872" y="277063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at least ten genuinely distinct, ready-to-publish portfolio designs — no recolored duplicates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527048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7EFE9"/>
          </a:solidFill>
          <a:ln/>
        </p:spPr>
      </p:sp>
      <p:sp>
        <p:nvSpPr>
          <p:cNvPr id="14" name="Shape 12"/>
          <p:cNvSpPr/>
          <p:nvPr/>
        </p:nvSpPr>
        <p:spPr>
          <a:xfrm>
            <a:off x="8485632" y="1819656"/>
            <a:ext cx="402336" cy="402336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15" name="Text 13"/>
          <p:cNvSpPr/>
          <p:nvPr/>
        </p:nvSpPr>
        <p:spPr>
          <a:xfrm>
            <a:off x="8485632" y="1819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85632" y="23500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ATS-safe output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85632" y="277063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Single-column resume format, exportable as .docx, .pdf, and .txt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58768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E7D6"/>
          </a:solidFill>
          <a:ln/>
        </p:spPr>
      </p:sp>
      <p:sp>
        <p:nvSpPr>
          <p:cNvPr id="19" name="Shape 17"/>
          <p:cNvSpPr/>
          <p:nvPr/>
        </p:nvSpPr>
        <p:spPr>
          <a:xfrm>
            <a:off x="896112" y="4151376"/>
            <a:ext cx="402336" cy="402336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1513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96112" y="4681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coach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51023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resume content quality and suggest specific, actionable fixes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3858768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7EFE9"/>
          </a:solidFill>
          <a:ln/>
        </p:spPr>
      </p:sp>
      <p:sp>
        <p:nvSpPr>
          <p:cNvPr id="24" name="Shape 22"/>
          <p:cNvSpPr/>
          <p:nvPr/>
        </p:nvSpPr>
        <p:spPr>
          <a:xfrm>
            <a:off x="4690872" y="4151376"/>
            <a:ext cx="402336" cy="402336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25" name="Text 23"/>
          <p:cNvSpPr/>
          <p:nvPr/>
        </p:nvSpPr>
        <p:spPr>
          <a:xfrm>
            <a:off x="4690872" y="41513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690872" y="4681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Job-description tailoring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90872" y="51023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skills and surface matched keywords against a pasted posting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3858768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4E7D6"/>
          </a:solidFill>
          <a:ln/>
        </p:spPr>
      </p:sp>
      <p:sp>
        <p:nvSpPr>
          <p:cNvPr id="29" name="Shape 27"/>
          <p:cNvSpPr/>
          <p:nvPr/>
        </p:nvSpPr>
        <p:spPr>
          <a:xfrm>
            <a:off x="8485632" y="4151376"/>
            <a:ext cx="402336" cy="402336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30" name="Text 28"/>
          <p:cNvSpPr/>
          <p:nvPr/>
        </p:nvSpPr>
        <p:spPr>
          <a:xfrm>
            <a:off x="8485632" y="41513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485632" y="4681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85632" y="51023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backend server, no data leaving the device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React app — no backend. One shared data object feeds two independent generators, each producing files the browser downloads directly.</a:t>
            </a:r>
            <a:endParaRPr lang="en-US" sz="1300" dirty="0"/>
          </a:p>
        </p:txBody>
      </p:sp>
      <p:pic>
        <p:nvPicPr>
          <p:cNvPr id="4" name="Image 0" descr="/home/claude/docs_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768" y="1600200"/>
            <a:ext cx="1042416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291840" cy="1874520"/>
          </a:xfrm>
          <a:prstGeom prst="roundRect">
            <a:avLst>
              <a:gd name="adj" fmla="val 4878"/>
            </a:avLst>
          </a:prstGeom>
          <a:solidFill>
            <a:srgbClr val="E7EFE9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74520"/>
            <a:ext cx="384048" cy="384048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72491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Component-driven UI for the three-tab builder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291840" cy="1874520"/>
          </a:xfrm>
          <a:prstGeom prst="roundRect">
            <a:avLst>
              <a:gd name="adj" fmla="val 4878"/>
            </a:avLst>
          </a:prstGeom>
          <a:solidFill>
            <a:srgbClr val="E7EFE9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874520"/>
            <a:ext cx="384048" cy="384048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272491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local dev server and production bundling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291840" cy="1874520"/>
          </a:xfrm>
          <a:prstGeom prst="roundRect">
            <a:avLst>
              <a:gd name="adj" fmla="val 4878"/>
            </a:avLst>
          </a:prstGeom>
          <a:solidFill>
            <a:srgbClr val="E7EFE9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874520"/>
            <a:ext cx="384048" cy="384048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2377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(npm)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75320" y="272491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.docx resume — paragraphs and headings only, no tables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3291840" cy="1874520"/>
          </a:xfrm>
          <a:prstGeom prst="roundRect">
            <a:avLst>
              <a:gd name="adj" fmla="val 4878"/>
            </a:avLst>
          </a:prstGeom>
          <a:solidFill>
            <a:srgbClr val="F4E7D6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4023360"/>
            <a:ext cx="384048" cy="384048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526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487375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paginated, fully text-selectable .pdf resume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3794760"/>
            <a:ext cx="3291840" cy="1874520"/>
          </a:xfrm>
          <a:prstGeom prst="roundRect">
            <a:avLst>
              <a:gd name="adj" fmla="val 4878"/>
            </a:avLst>
          </a:prstGeom>
          <a:solidFill>
            <a:srgbClr val="F4E7D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4023360"/>
            <a:ext cx="384048" cy="384048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4526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0" y="487375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scroll-reveal motion across all 10 portfolio designs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6720" y="3794760"/>
            <a:ext cx="3291840" cy="1874520"/>
          </a:xfrm>
          <a:prstGeom prst="roundRect">
            <a:avLst>
              <a:gd name="adj" fmla="val 4878"/>
            </a:avLst>
          </a:prstGeom>
          <a:solidFill>
            <a:srgbClr val="F4E7D6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4023360"/>
            <a:ext cx="384048" cy="384048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30" name="Text 28"/>
          <p:cNvSpPr/>
          <p:nvPr/>
        </p:nvSpPr>
        <p:spPr>
          <a:xfrm>
            <a:off x="827532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75320" y="4526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75320" y="487375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entered data across reloads, entirely in-browser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100584" cy="100584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5564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switchable sections: Basic details, Links, Skills, Experience, Education, Projects, Certifications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090672"/>
            <a:ext cx="100584" cy="100584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6265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skill-tag input; repeatable blocks for experience, education, projects, and certifications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100584" cy="100584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16966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sample-data loader for instant demoing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504688"/>
            <a:ext cx="100584" cy="100584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37667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Autosaves to the browser between sessions — nothing is uploaded anywhere</a:t>
            </a:r>
            <a:endParaRPr lang="en-US" sz="1350" dirty="0"/>
          </a:p>
        </p:txBody>
      </p:sp>
      <p:pic>
        <p:nvPicPr>
          <p:cNvPr id="12" name="Image 0" descr="/home/claude/docs_assets/app-bu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29146"/>
            <a:ext cx="6263640" cy="447402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Portfolio Designs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Fieldnotes · Nightshift · Kinetic · Ledger · Atlas · Blockparty · Chronicle · Ascent · Folio · Signal — each a distinct layout, palette, and font pairing, with generated project art, icons, and scroll motion.</a:t>
            </a:r>
            <a:endParaRPr lang="en-US" sz="1200" dirty="0"/>
          </a:p>
        </p:txBody>
      </p:sp>
      <p:pic>
        <p:nvPicPr>
          <p:cNvPr id="5" name="Image 0" descr="/home/claude/docs_assets/portfolio-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1783080"/>
            <a:ext cx="9692640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ATS Resume Builder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0–100 score, keyword match against a pasted job description, and a bullet coach that rewrites weak lines on click.</a:t>
            </a:r>
            <a:endParaRPr lang="en-US" sz="1250" dirty="0"/>
          </a:p>
        </p:txBody>
      </p:sp>
      <p:pic>
        <p:nvPicPr>
          <p:cNvPr id="5" name="Image 0" descr="/home/claude/docs_assets/app-resume-j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486400" cy="4479254"/>
          </a:xfrm>
          <a:prstGeom prst="rect">
            <a:avLst/>
          </a:prstGeom>
        </p:spPr>
      </p:pic>
      <p:pic>
        <p:nvPicPr>
          <p:cNvPr id="6" name="Image 1" descr="/home/claude/docs_assets/app-bullet-co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486400" cy="39893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score that responds to real improvements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bullet-coach click — replacing “Responsible for” with “Led” — and the impact sub-score and overall score both moved immediately: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4206240" cy="2834640"/>
          </a:xfrm>
          <a:prstGeom prst="roundRect">
            <a:avLst>
              <a:gd name="adj" fmla="val 3871"/>
            </a:avLst>
          </a:prstGeom>
          <a:solidFill>
            <a:srgbClr val="1F2126"/>
          </a:solidFill>
          <a:ln w="12700">
            <a:solidFill>
              <a:srgbClr val="3336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43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9CD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097280" y="4434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“Responsible for redesigning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onboarding flow”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94960" y="32918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C98A4B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32918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2468880"/>
            <a:ext cx="4206240" cy="2834640"/>
          </a:xfrm>
          <a:prstGeom prst="roundRect">
            <a:avLst>
              <a:gd name="adj" fmla="val 3871"/>
            </a:avLst>
          </a:prstGeom>
          <a:solidFill>
            <a:srgbClr val="2F5D50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2743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78040" y="30632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7452360" y="4434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“Led redesigning the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29768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10 templates render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script, sample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— clean bundle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visual 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screenshots, full scroll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No-JS / print fallback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 inspection pre-scroll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 found → fixed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.docx / .pdf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+ pdftotext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— text fully extractable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Bullet coach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Playwright click-through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— score 89 → 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514600" cy="3657600"/>
          </a:xfrm>
          <a:prstGeom prst="roundRect">
            <a:avLst>
              <a:gd name="adj" fmla="val 4364"/>
            </a:avLst>
          </a:prstGeom>
          <a:solidFill>
            <a:srgbClr val="2F5D50"/>
          </a:solidFill>
          <a:ln/>
        </p:spPr>
      </p:sp>
      <p:sp>
        <p:nvSpPr>
          <p:cNvPr id="4" name="Shape 2"/>
          <p:cNvSpPr/>
          <p:nvPr/>
        </p:nvSpPr>
        <p:spPr>
          <a:xfrm>
            <a:off x="1641348" y="21031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641348" y="21031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data entry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 drives both the portfolio sites and the resume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737360"/>
            <a:ext cx="2514600" cy="3657600"/>
          </a:xfrm>
          <a:prstGeom prst="roundRect">
            <a:avLst>
              <a:gd name="adj" fmla="val 4364"/>
            </a:avLst>
          </a:prstGeom>
          <a:solidFill>
            <a:srgbClr val="C98A4B"/>
          </a:solidFill>
          <a:ln/>
        </p:spPr>
      </p:sp>
      <p:sp>
        <p:nvSpPr>
          <p:cNvPr id="9" name="Shape 7"/>
          <p:cNvSpPr/>
          <p:nvPr/>
        </p:nvSpPr>
        <p:spPr>
          <a:xfrm>
            <a:off x="4475988" y="21031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475988" y="21031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8803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7033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server, or recurring cost after setup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2514600" cy="3657600"/>
          </a:xfrm>
          <a:prstGeom prst="roundRect">
            <a:avLst>
              <a:gd name="adj" fmla="val 4364"/>
            </a:avLst>
          </a:prstGeom>
          <a:solidFill>
            <a:srgbClr val="2F5D5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0628" y="21031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0628" y="21031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8803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distinct designs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7033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different layouts and type systems, not one template recolored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0" y="1737360"/>
            <a:ext cx="2514600" cy="3657600"/>
          </a:xfrm>
          <a:prstGeom prst="roundRect">
            <a:avLst>
              <a:gd name="adj" fmla="val 4364"/>
            </a:avLst>
          </a:prstGeom>
          <a:solidFill>
            <a:srgbClr val="C98A4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45268" y="21031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5268" y="21031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8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0" y="28803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ATS-aware by construction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0" y="370332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tables, columns, or graphics to trip up a parser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63677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 &amp; parsing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34440" y="19476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the form from an existing PDF/DOCX resume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384048" cy="384048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55117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LLM-powered rewriting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34440" y="28620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natural-language bullet rewrites, kept opt-in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520440"/>
            <a:ext cx="384048" cy="384048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46557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 screenshots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34440" y="37764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support alongside the generated abstract art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434840"/>
            <a:ext cx="384048" cy="384048"/>
          </a:xfrm>
          <a:prstGeom prst="ellipse">
            <a:avLst/>
          </a:prstGeom>
          <a:solidFill>
            <a:srgbClr val="C98A4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37997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Static-site export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34440" y="46908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ready-to-deploy folder target, alongside single-file HTML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349240"/>
            <a:ext cx="384048" cy="384048"/>
          </a:xfrm>
          <a:prstGeom prst="ellipse">
            <a:avLst/>
          </a:prstGeom>
          <a:solidFill>
            <a:srgbClr val="2F5D5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349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529437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Cover-letter generator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34440" y="56052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the same underlying data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well-modeled set of personal data can drive two very different job-search deliverables — a designed portfolio and an ATS-safe resume — from one local, dependency-light application, with real testing behind every claim.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2743200" cy="0"/>
          </a:xfrm>
          <a:prstGeom prst="line">
            <a:avLst/>
          </a:prstGeom>
          <a:noFill/>
          <a:ln w="25400">
            <a:solidFill>
              <a:srgbClr val="C98A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566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8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 →  npm run dev  →  http://localhost:5173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ATS Resume Builder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2026-08-20T21:30:01Z</dcterms:created>
  <dcterms:modified xsi:type="dcterms:W3CDTF">2026-08-20T21:30:01Z</dcterms:modified>
</cp:coreProperties>
</file>